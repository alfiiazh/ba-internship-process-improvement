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C28A-7832-C4BC-566F-2C008A6E1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9FB481-04D8-3B6F-52DF-DAB348EF1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3EBFD-3718-C8DE-2DAB-30DE37E1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938E-E9FD-47AA-91A3-186E336C2B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51751-8676-8863-ACB4-BA6BA9D49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1EDD0-50A5-3730-8B8B-92CBAE53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63B16-EFB6-42F9-BF7F-1562B7CA3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0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D312-3648-F383-CFA9-E251F347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7FD1C-0766-3A95-B2E1-00C45FE90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9988E-1A8B-6D06-7B1E-9F7BB883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938E-E9FD-47AA-91A3-186E336C2B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428FF-E443-F7F6-E085-B7AFAE06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48DD-19A7-E104-E95B-0F634B4A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63B16-EFB6-42F9-BF7F-1562B7CA3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4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D255-007C-FBD0-2AE0-935DFAECB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97F6F-75B4-FD89-321C-8F27B0754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A0FA0-A645-50CE-E62B-861074452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938E-E9FD-47AA-91A3-186E336C2B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867C8-B45D-2D32-2E03-FA4E9AF74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3B677-B46A-DA91-A216-9FEF8641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63B16-EFB6-42F9-BF7F-1562B7CA3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16AE-FDE6-5754-9305-A412096C2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528B0-B1A0-0A33-6EAD-185E1EE59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E484F-81FB-7E05-57C1-B0618CEC2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FCD90-CA3E-8455-14FE-97B9B057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938E-E9FD-47AA-91A3-186E336C2B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00D0-BCF2-741B-D5D8-BAB26037E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196D7-1CC6-15F8-7917-C9AF845D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63B16-EFB6-42F9-BF7F-1562B7CA3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4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7E2FC-C4CE-C6C8-C22B-C564CC6E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7D95B-BDDC-49BC-553F-6D67F5F15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FF3D1-D34A-D34D-D011-9EF9EF6C7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380F7-8D92-2CC2-F279-96907784E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EE31B-BC58-DC51-8AFA-8113277966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E1A87F-50BE-9CE4-4C11-E423E506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938E-E9FD-47AA-91A3-186E336C2B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9E771D-7BF4-923F-DE27-E6765456D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30C77-D054-6BAD-A9A1-F75ED136B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63B16-EFB6-42F9-BF7F-1562B7CA3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0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EA2C5-F339-662D-7984-753418CB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F7E141-E777-E158-BFA2-1DA06CB58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938E-E9FD-47AA-91A3-186E336C2B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31994-7924-AE3B-7D43-A3D39BB3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465E3-A0BA-35A3-F939-1271B28F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63B16-EFB6-42F9-BF7F-1562B7CA3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48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3A4AD-01E9-F49B-BA40-6F1852C13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938E-E9FD-47AA-91A3-186E336C2B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02FCA5-F4DD-B94E-57AE-BC11BCB4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F841F-5A0D-80C3-D1B5-DD9EA68F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63B16-EFB6-42F9-BF7F-1562B7CA3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52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CB9F-AAEB-AC76-D62F-E9093401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06CEF-68D4-75B4-D9F2-75D823D86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98DF6-B0B7-A756-854F-48B68F497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FD566-A690-082A-7156-B2FB5A718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938E-E9FD-47AA-91A3-186E336C2B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BD604-281D-78EC-795C-A52F97D0F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F92FB-C5B4-EAF4-B55A-FD8ED4E5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63B16-EFB6-42F9-BF7F-1562B7CA3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6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B6DB-47D8-91A9-3A56-47ED22C8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C1BBA1-E92B-D59C-58B4-CEC2B84E0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F7B87-04AF-4A70-7C24-E16949D27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AD887-0D8A-16F3-1B02-6111AAE85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938E-E9FD-47AA-91A3-186E336C2B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62D51-56E7-79B4-CD6A-52D3C9A50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F6D2E-09EF-6985-46EC-7F0246F5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63B16-EFB6-42F9-BF7F-1562B7CA3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74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DFAE-A3D9-2E03-D145-DD282CA8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7D9CE-DBEC-D496-8660-2DA0EE3BB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4DF6F-BC5D-44D2-F23B-D13C3A88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938E-E9FD-47AA-91A3-186E336C2B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E79F9-EB21-7349-9855-745B5D33D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03864-B526-8D10-EC5C-07B9C34F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63B16-EFB6-42F9-BF7F-1562B7CA3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1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EBA909-7CC6-4A90-99EC-F5136A41E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E3656-3F93-AFE4-4604-3B4F455B3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267A6-AB67-E221-34EA-99F465D49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938E-E9FD-47AA-91A3-186E336C2B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14B00-C464-13B4-F0DB-C4743C43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0F52E-30CB-8418-548D-6B7D9126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63B16-EFB6-42F9-BF7F-1562B7CA3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7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DD10EE-A0DF-7064-74D1-D2964396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F723-0E3A-4FA5-7A41-D0A720018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256E3-3D49-C98D-C5B9-213C5D6BF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DC938E-E9FD-47AA-91A3-186E336C2B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9B6E1-541F-51CE-AEA0-475DDBA81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A3659-8C34-EBFA-7F15-C45A82A10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63B16-EFB6-42F9-BF7F-1562B7CA3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4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E8EEA-5367-D3F1-25CB-7EC4C3268C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392F0-9BD9-C6FC-2EDE-1E7FEA0DAE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AD3B5-8D50-C396-BDB9-3840CD7A5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4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Alfiia Zholdosheva</dc:creator>
  <cp:lastModifiedBy>Alfiia Zholdosheva</cp:lastModifiedBy>
  <cp:revision>1</cp:revision>
  <dcterms:created xsi:type="dcterms:W3CDTF">2025-12-28T18:55:20Z</dcterms:created>
  <dcterms:modified xsi:type="dcterms:W3CDTF">2025-12-28T19:01:41Z</dcterms:modified>
</cp:coreProperties>
</file>