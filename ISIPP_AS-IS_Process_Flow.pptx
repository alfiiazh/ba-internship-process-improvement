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5DDF2-3945-8F6E-6BBF-87ECF698B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F409D8-EB8F-FFF7-8E67-C85666998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86940-B7AC-8AD5-5A17-6A87DF6C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3CE64-6D72-DC47-BE3E-F78A5C493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DA3A-A4B0-A8A2-E2FA-1AC40493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E4F0C-E44B-3588-A746-0748E6F13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AF68-A875-1A5F-7F81-25C9400A6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5B4B2-D5FA-3B20-7AD0-A438FC5A2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64307-17D6-65F6-4A46-BE58C4CB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FE5C8-6327-CF8A-667E-3061975F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58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C79B-19A3-D05E-CEF5-D955ECAA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9D625-4A5A-E6DD-34A0-A304F8E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51939-F955-A735-B6A7-92E1E57C9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A731E-B3FA-50DE-E5F7-EB727B38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2D1D4-057D-702C-203B-BA81FCA7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4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A8D0C-A722-6507-4E40-757DCF33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4236-806E-D98F-442E-A0F989A90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BC529-8677-B0C7-E6DB-3CAEEB70D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F96A5-F046-C705-08D0-1E2F66647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950CA-579B-6757-8812-4AC82AC4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AE1E3-2120-CE3F-4FC4-9987FFC00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2DF08-04D8-24E0-BA6D-1F0CDF86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31511-452D-CBE4-1D9F-A8BB8516A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28A105-0CE2-604B-856E-23CFBEBCF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F3719-A6DD-938E-CA6F-D75206D10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1810B2-1EE3-EE22-B151-1BCA27C2D7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A9B95-11F2-8D08-1415-899017FB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EED7D-7F88-18C9-FD86-55A330E9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84713-F598-DEBF-F581-2950F057C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64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D8D1-BC55-9429-3C96-A34D488D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4AC9C-AFB1-36EC-4CAD-E299D780A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7D576-DD85-552F-69B9-765A4BAE7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A2DBC-34D3-3BDC-CD8F-4B4F2300F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1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10267-1AE4-E04B-6459-084631B1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D026BF-81C1-C61D-E7BB-448D5047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99DCC-42F3-9D47-1EEB-AD895D1FA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40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23AF-C3B2-3E9E-169D-D16E897A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C3C5-57E5-4840-FC5D-30D08B922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62643-CE5C-C300-773A-8820A3AFE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6EF22-9DA1-E528-9C67-1B1B6E43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53D4D-A40E-27E4-FEB4-E5F2DAB55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16988-4637-4835-061D-29502023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6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BDA9-7E72-4EA6-E574-1F23BCE47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28F54-9D49-12A0-69A7-6B8FBD720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F39BD-EAFE-2BA5-D61C-7FE65F9EC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B9A7F-57D7-6F38-619B-A1A403B3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7E8860-33F7-F9F8-1F49-22922B8F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984B9-6323-4457-3F33-7CFCD403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1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55C7-90CC-FBCA-30D8-0641BA6A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7E6BE-6260-1553-8502-8A62444BD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A41BB-00A8-55D1-87A2-93DEAE96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D6D5-8BC6-FE0A-F585-77EC3A9A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64C3-8428-4BE9-1665-F2378DA2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283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336242-1FFC-5B9D-8370-D878544665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EA0E0-C855-7846-7A42-1C3BBE6B9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0E32D-1BEA-961A-D1C8-979B912E9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653D3-0548-58D3-D77B-DEC876FD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675DE-F08A-CF42-238B-CBE59709C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037A2C-802F-4964-C50C-D0D35D3E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D6536-D242-90C6-02CF-067CBB941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D1084-82AC-5B02-27D4-3E15D0E79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0CA33E-7DA0-4F5E-BBF7-34131D4A302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2A185-C303-60E4-8596-175CF0258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A0F68-DB76-5214-8335-304BE3D74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0CA1F-D276-48CE-83ED-BB7592342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8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A9E6-39EA-C28E-BB6C-178434D001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C9303-B7C1-9EF4-367F-797FF5A613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5BD10-1EA5-1EEB-3318-DEC89E53F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23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Alfiia Zholdosheva</dc:creator>
  <cp:lastModifiedBy>Alfiia Zholdosheva</cp:lastModifiedBy>
  <cp:revision>1</cp:revision>
  <dcterms:created xsi:type="dcterms:W3CDTF">2025-12-28T18:45:16Z</dcterms:created>
  <dcterms:modified xsi:type="dcterms:W3CDTF">2025-12-28T18:51:49Z</dcterms:modified>
</cp:coreProperties>
</file>