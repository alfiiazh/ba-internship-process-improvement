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496C5-1BBD-7642-70CE-29E0EF1CB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D9A1C-1A55-2A8F-9481-5DD006B95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F479D-D671-8112-5801-7B76B331D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912D-4E91-4660-A262-B1ADF95E65B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C2A04-FD7B-A89A-E149-1672FECA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55277-DEEF-98D1-38CB-93A53591F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361F-43DE-461A-8594-C78DCC939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3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91AB3-24FE-3EA9-4BF5-944860B7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C677F-3CA5-BAB9-D2AD-9A8A6B179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E5BB5-0535-05A1-15AC-839734C2D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912D-4E91-4660-A262-B1ADF95E65B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B1B94-179E-C0A8-0A5C-5695260C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FFB78-FC6E-4461-0BF8-7D798D834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361F-43DE-461A-8594-C78DCC939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140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515F-C224-96FF-D8FE-DFD29D4CC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F6039-3980-6DFE-6367-A86AC4702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7F8D1-CF8B-C5C3-851A-5EF2D9955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912D-4E91-4660-A262-B1ADF95E65B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4686A-CF47-3698-B175-C4823CC7D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022CC-7352-EDFE-785B-FAEFDBB1E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361F-43DE-461A-8594-C78DCC939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86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87AFC-1A6E-AD56-D157-CFBA4A084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242EF-5CC5-03AB-27AA-79774752C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F7C47-852B-3D5E-5B9A-7360320E4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957C8-D37B-0894-F6DC-07857C84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912D-4E91-4660-A262-B1ADF95E65B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B7242-4617-494D-4A34-221F12BCA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361BD-1344-F8F9-51E7-D59CC0D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361F-43DE-461A-8594-C78DCC939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5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B719E-FF37-3577-89BA-E94EA3B4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0A111-3FCB-A219-3CEC-DA4EA04B0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70D37-62AD-C5C1-4D33-34860C03C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15B20B-DA85-EFDF-44FA-C1120F434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ABF3E-8C9D-3D61-4C97-9320EE194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6B0BD1-B2DA-D317-A4E9-BB596A234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912D-4E91-4660-A262-B1ADF95E65B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BF7184-FCF4-BAF4-923A-7A55773F0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6B84C-7460-7EEE-1F44-23E2F6F6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361F-43DE-461A-8594-C78DCC939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2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BCB0B-6409-1B0F-B7C4-E902E3368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578EE1-B4E5-D06B-B60F-FE8BA2D1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912D-4E91-4660-A262-B1ADF95E65B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E332AF-2422-CB92-CF69-F2C2906E1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5EC19-A62A-7150-BB14-2383775C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361F-43DE-461A-8594-C78DCC939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57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6D295-C20B-EF7B-EBE4-56075D90C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912D-4E91-4660-A262-B1ADF95E65B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31F285-8D08-A6B7-8DEB-2A8B86E3D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BA48A-18BE-84B0-46BA-8171B6C11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361F-43DE-461A-8594-C78DCC939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DB34-889D-D424-886C-73049A6AA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2A4DA-A7BE-C86F-92F4-049810142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F03DFD-0934-BB99-5A81-6ACD3DE1F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6CDF6-EB2C-941F-8BD9-A73110EE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912D-4E91-4660-A262-B1ADF95E65B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46A0F-7F47-D28A-8842-BDF2653B4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ECC65-F587-2583-935C-29635F8D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361F-43DE-461A-8594-C78DCC939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4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5ECA4-5CFE-54E1-02FF-06A769F66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EE408D-D1B0-1DA5-D190-70CDFDFDF6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ADC4E-D568-C60C-7D1D-BEF17A4DB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B843F-7D4F-A302-6454-82982654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912D-4E91-4660-A262-B1ADF95E65B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ED381-FD81-66AA-7272-4BAA4FF5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8FFA8-3725-B4F1-2F79-7DFFB0E82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361F-43DE-461A-8594-C78DCC939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05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C415-F0EE-D90E-1BA6-36106555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C0D54B-C3C6-E372-E27D-EF2E4AFCC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EEB5F-3302-6FCD-1C24-7D797AD9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912D-4E91-4660-A262-B1ADF95E65B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9BD10-D695-2338-3278-89D415A14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A1984-16F8-8E95-9E05-860D77EC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361F-43DE-461A-8594-C78DCC939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94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BE64E-7A1E-0D1B-0A71-671F2F9BE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2196F9-A575-ACF3-23A7-1A0CCF291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A3F54-0D86-2D00-FAE8-AFE11305C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912D-4E91-4660-A262-B1ADF95E65B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454E0-D30A-16E3-B39F-9FB8E3910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06A9C-4988-74EB-ADBB-D7FA891C5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361F-43DE-461A-8594-C78DCC939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28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C7507-33C2-38F7-36D7-AFF06D622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94481-4E02-1829-FF5A-F943B7704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89F9B-C4E5-BF4D-5CAA-38676BDFD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2912D-4E91-4660-A262-B1ADF95E65B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8518C-338A-27FB-152C-75C0C0A7C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2E0E8-B619-BB83-119F-0AB0495C6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3361F-43DE-461A-8594-C78DCC939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86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DE971-9D10-AF7A-6CE4-2E16F7C882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476F1-3FD4-F94B-B2C3-F3BD371114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B3812-4914-0F77-8E78-072D1EA43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160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Alfiia Zholdosheva</dc:creator>
  <cp:lastModifiedBy>Alfiia Zholdosheva</cp:lastModifiedBy>
  <cp:revision>1</cp:revision>
  <dcterms:created xsi:type="dcterms:W3CDTF">2025-12-28T18:52:27Z</dcterms:created>
  <dcterms:modified xsi:type="dcterms:W3CDTF">2025-12-28T18:54:28Z</dcterms:modified>
</cp:coreProperties>
</file>